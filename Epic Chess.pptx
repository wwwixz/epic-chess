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1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-1109" y="-7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B6B69-4806-4B5F-B4E9-72E76F13A223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17E16-CAC1-40AD-BF44-3C5AA2ADCD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371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2900190"/>
            <a:ext cx="9144000" cy="224331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2900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1989233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3789409"/>
            <a:ext cx="5637010" cy="66158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F3D8-453E-4515-9CDC-92649CBF81F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1E3A-E773-4B9E-909B-C9EA1DD3BF8D}" type="slidenum">
              <a:rPr lang="ru-RU" smtClean="0"/>
              <a:t>‹#›</a:t>
            </a:fld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2" y="2349218"/>
            <a:ext cx="7175351" cy="1344875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F3D8-453E-4515-9CDC-92649CBF81F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1E3A-E773-4B9E-909B-C9EA1DD3BF8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548640"/>
            <a:ext cx="6400800" cy="260604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2900190"/>
            <a:ext cx="9144000" cy="224331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2900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1989233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1629486"/>
            <a:ext cx="5966666" cy="1817510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3455633"/>
            <a:ext cx="5970494" cy="626595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F3D8-453E-4515-9CDC-92649CBF81F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1E3A-E773-4B9E-909B-C9EA1DD3BF8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F3D8-453E-4515-9CDC-92649CBF81F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1E3A-E773-4B9E-909B-C9EA1DD3BF8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548639"/>
            <a:ext cx="3346704" cy="260604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548640"/>
            <a:ext cx="3346704" cy="260604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548640"/>
            <a:ext cx="3346704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050245"/>
            <a:ext cx="3346704" cy="2057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548640"/>
            <a:ext cx="3346704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049274"/>
            <a:ext cx="3346704" cy="2057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F3D8-453E-4515-9CDC-92649CBF81F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1E3A-E773-4B9E-909B-C9EA1DD3BF8D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F3D8-453E-4515-9CDC-92649CBF81F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1E3A-E773-4B9E-909B-C9EA1DD3BF8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F3D8-453E-4515-9CDC-92649CBF81F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1E3A-E773-4B9E-909B-C9EA1DD3BF8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6" y="1657350"/>
            <a:ext cx="3636085" cy="943870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6" y="548640"/>
            <a:ext cx="4017085" cy="3671048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2623351"/>
            <a:ext cx="3388660" cy="16046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F3D8-453E-4515-9CDC-92649CBF81F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1E3A-E773-4B9E-909B-C9EA1DD3BF8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900190"/>
            <a:ext cx="9144000" cy="224331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2900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1989233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857250"/>
            <a:ext cx="4114800" cy="2345855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757865"/>
            <a:ext cx="3694114" cy="1622265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F3D8-453E-4515-9CDC-92649CBF81F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1E3A-E773-4B9E-909B-C9EA1DD3BF8D}" type="slidenum">
              <a:rPr lang="ru-RU" smtClean="0"/>
              <a:t>‹#›</a:t>
            </a:fld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3348316"/>
            <a:ext cx="6383538" cy="85725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548639"/>
            <a:ext cx="6400800" cy="260604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F3D8-453E-4515-9CDC-92649CBF81F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1E3A-E773-4B9E-909B-C9EA1DD3BF8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282388"/>
            <a:ext cx="2057400" cy="3928754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4" y="548640"/>
            <a:ext cx="4829287" cy="367104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F3D8-453E-4515-9CDC-92649CBF81F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91E3A-E773-4B9E-909B-C9EA1DD3BF8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29050"/>
            <a:ext cx="9144000" cy="131445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2905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826228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90" y="3279126"/>
            <a:ext cx="6512511" cy="85725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549195"/>
            <a:ext cx="6400800" cy="2606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4629150"/>
            <a:ext cx="2514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4B6F3D8-453E-4515-9CDC-92649CBF81F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4629150"/>
            <a:ext cx="33528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4629150"/>
            <a:ext cx="18288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7991E3A-E773-4B9E-909B-C9EA1DD3BF8D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88225" y="382641"/>
            <a:ext cx="5220393" cy="19412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4000" b="1" dirty="0">
                <a:solidFill>
                  <a:srgbClr val="000000"/>
                </a:solidFill>
              </a:rPr>
              <a:t>Epic Chess: Игра на Python с использованием библиотеки Arcade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365760" y="2623185"/>
            <a:ext cx="39319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183775" y="1976854"/>
            <a:ext cx="3042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Самусенков Владислав</a:t>
            </a:r>
            <a:endParaRPr lang="ru-RU" dirty="0"/>
          </a:p>
          <a:p>
            <a:r>
              <a:rPr lang="ru-RU" dirty="0" smtClean="0"/>
              <a:t>Егоров Владислав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308610"/>
            <a:ext cx="3931920" cy="741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1" dirty="0"/>
              <a:t>Введение в игру Epic Chess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65760" y="1440698"/>
            <a:ext cx="5278581" cy="3929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2400" dirty="0"/>
              <a:t>Игра Epic Chess разработана на Python с использованием библиотеки Arcade. Главный герой — белая пешка, цель которой — победа над черными шахматными фигурами. Игра сочетает элементы стратегии и тактики, предлагая увлекательный игровой процесс.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3949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4000" dirty="0" smtClean="0"/>
              <a:t>Библиотеки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37760" y="771525"/>
            <a:ext cx="3931920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5" name="TextBox 4"/>
          <p:cNvSpPr txBox="1"/>
          <p:nvPr/>
        </p:nvSpPr>
        <p:spPr>
          <a:xfrm>
            <a:off x="3707476" y="625533"/>
            <a:ext cx="499594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b="1" dirty="0"/>
              <a:t>a</a:t>
            </a:r>
            <a:r>
              <a:rPr lang="en-US" sz="2800" b="1" dirty="0" smtClean="0"/>
              <a:t>rcade</a:t>
            </a:r>
            <a:r>
              <a:rPr lang="ru-RU" b="1" dirty="0" smtClean="0"/>
              <a:t> </a:t>
            </a:r>
            <a:r>
              <a:rPr lang="ru-RU" sz="2800" b="1" dirty="0" smtClean="0"/>
              <a:t>-</a:t>
            </a:r>
            <a:r>
              <a:rPr lang="en-US" sz="2800" dirty="0" smtClean="0"/>
              <a:t> </a:t>
            </a:r>
            <a:r>
              <a:rPr lang="ru-RU" sz="2400" dirty="0" err="1"/>
              <a:t>отрисовка</a:t>
            </a:r>
            <a:r>
              <a:rPr lang="ru-RU" sz="2400" dirty="0"/>
              <a:t>, управление, анимация, </a:t>
            </a:r>
            <a:r>
              <a:rPr lang="ru-RU" sz="2400" dirty="0" smtClean="0"/>
              <a:t>пользовательский интерфейс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b="1" dirty="0"/>
              <a:t>r</a:t>
            </a:r>
            <a:r>
              <a:rPr lang="en-US" sz="2800" b="1" dirty="0" smtClean="0"/>
              <a:t>andom</a:t>
            </a:r>
            <a:r>
              <a:rPr lang="ru-RU" sz="2800" b="1" dirty="0" smtClean="0"/>
              <a:t> -  </a:t>
            </a:r>
            <a:r>
              <a:rPr lang="ru-RU" sz="2400" dirty="0"/>
              <a:t>Случайный выбор позиции телепорта на 2-м </a:t>
            </a:r>
            <a:r>
              <a:rPr lang="ru-RU" sz="2400" dirty="0" smtClean="0"/>
              <a:t>уровне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b="1" dirty="0" smtClean="0"/>
              <a:t>math - </a:t>
            </a:r>
            <a:r>
              <a:rPr lang="ru-RU" sz="2400" dirty="0"/>
              <a:t>Математические вычисления </a:t>
            </a:r>
            <a:r>
              <a:rPr lang="ru-RU" sz="2400" dirty="0" smtClean="0"/>
              <a:t>(для </a:t>
            </a:r>
            <a:r>
              <a:rPr lang="ru-RU" sz="2400" dirty="0"/>
              <a:t>анимации телепорта</a:t>
            </a:r>
            <a:r>
              <a:rPr lang="ru-RU" sz="2400" dirty="0" smtClean="0"/>
              <a:t>)</a:t>
            </a:r>
            <a:endParaRPr lang="en-US" sz="24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800" b="1" dirty="0" err="1" smtClean="0"/>
              <a:t>datetime</a:t>
            </a:r>
            <a:r>
              <a:rPr lang="en-US" sz="2800" b="1" dirty="0" smtClean="0"/>
              <a:t> - </a:t>
            </a:r>
            <a:r>
              <a:rPr lang="ru-RU" sz="2400" dirty="0"/>
              <a:t>Точный отсчёт времени прохождения </a:t>
            </a:r>
            <a:r>
              <a:rPr lang="ru-RU" sz="2400" dirty="0" smtClean="0"/>
              <a:t>уровней</a:t>
            </a:r>
            <a:endParaRPr lang="ru-RU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4000" b="1" dirty="0" smtClean="0">
                <a:solidFill>
                  <a:srgbClr val="000000"/>
                </a:solidFill>
              </a:rPr>
              <a:t>Уровни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365759" y="771524"/>
            <a:ext cx="5744095" cy="41066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Wingdings" pitchFamily="2" charset="2"/>
              <a:buChar char="q"/>
            </a:pPr>
            <a:r>
              <a:rPr lang="ru-RU" sz="2400" b="1" dirty="0" smtClean="0"/>
              <a:t>Уровень 1(Обучение):</a:t>
            </a:r>
          </a:p>
          <a:p>
            <a:pPr marL="742950" lvl="1" indent="-28575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Wingdings" pitchFamily="2" charset="2"/>
              <a:buChar char="§"/>
            </a:pPr>
            <a:r>
              <a:rPr lang="ru-RU" sz="2000" dirty="0" smtClean="0"/>
              <a:t>4 врага</a:t>
            </a:r>
          </a:p>
          <a:p>
            <a:pPr marL="742950" lvl="1" indent="-28575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Wingdings" pitchFamily="2" charset="2"/>
              <a:buChar char="§"/>
            </a:pPr>
            <a:r>
              <a:rPr lang="ru-RU" sz="2000" dirty="0"/>
              <a:t>Механика: движение, атака, </a:t>
            </a:r>
            <a:r>
              <a:rPr lang="ru-RU" sz="2000" dirty="0" smtClean="0"/>
              <a:t>телепорт</a:t>
            </a:r>
          </a:p>
          <a:p>
            <a:pPr marL="742950" lvl="1" indent="-28575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Wingdings" pitchFamily="2" charset="2"/>
              <a:buChar char="§"/>
            </a:pPr>
            <a:r>
              <a:rPr lang="ru-RU" sz="2000" dirty="0" smtClean="0"/>
              <a:t>Цель: освоить управление и механику игры</a:t>
            </a:r>
          </a:p>
          <a:p>
            <a:pPr marL="285750" indent="-28575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Wingdings" pitchFamily="2" charset="2"/>
              <a:buChar char="q"/>
            </a:pPr>
            <a:r>
              <a:rPr lang="ru-RU" sz="2400" b="1" dirty="0" smtClean="0"/>
              <a:t>Уровень 2(Усложнённый):</a:t>
            </a:r>
          </a:p>
          <a:p>
            <a:pPr marL="742950" lvl="1" indent="-28575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Wingdings" pitchFamily="2" charset="2"/>
              <a:buChar char="§"/>
            </a:pPr>
            <a:r>
              <a:rPr lang="ru-RU" sz="2000" dirty="0" smtClean="0"/>
              <a:t>4 врага + мини-босс </a:t>
            </a:r>
          </a:p>
          <a:p>
            <a:pPr marL="742950" lvl="1" indent="-28575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Wingdings" pitchFamily="2" charset="2"/>
              <a:buChar char="§"/>
            </a:pPr>
            <a:r>
              <a:rPr lang="ru-RU" sz="2000" dirty="0" smtClean="0"/>
              <a:t>Больше </a:t>
            </a:r>
            <a:r>
              <a:rPr lang="en-US" sz="2000" dirty="0" smtClean="0"/>
              <a:t>HP</a:t>
            </a:r>
            <a:r>
              <a:rPr lang="ru-RU" sz="2000" dirty="0" smtClean="0"/>
              <a:t> у врагов</a:t>
            </a:r>
          </a:p>
          <a:p>
            <a:pPr marL="742950" lvl="1" indent="-28575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Wingdings" pitchFamily="2" charset="2"/>
              <a:buChar char="§"/>
            </a:pPr>
            <a:r>
              <a:rPr lang="ru-RU" sz="2000" dirty="0" smtClean="0"/>
              <a:t>Цель: подготовиться к финальному уровню</a:t>
            </a:r>
          </a:p>
          <a:p>
            <a:pPr marL="285750" indent="-28575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Wingdings" pitchFamily="2" charset="2"/>
              <a:buChar char="q"/>
            </a:pPr>
            <a:r>
              <a:rPr lang="ru-RU" sz="2400" b="1" dirty="0" smtClean="0"/>
              <a:t>Уровень 3(Бой с боссом):</a:t>
            </a:r>
          </a:p>
          <a:p>
            <a:pPr marL="742950" lvl="1" indent="-28575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Wingdings" pitchFamily="2" charset="2"/>
              <a:buChar char="§"/>
            </a:pPr>
            <a:r>
              <a:rPr lang="ru-RU" sz="2000" dirty="0" smtClean="0"/>
              <a:t>У босса 500</a:t>
            </a:r>
            <a:r>
              <a:rPr lang="en-US" sz="2000" dirty="0" smtClean="0"/>
              <a:t> HP, 6 </a:t>
            </a:r>
            <a:r>
              <a:rPr lang="ru-RU" sz="2000" dirty="0" smtClean="0"/>
              <a:t>атакующих рук</a:t>
            </a:r>
          </a:p>
          <a:p>
            <a:pPr marL="742950" lvl="1" indent="-28575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Wingdings" pitchFamily="2" charset="2"/>
              <a:buChar char="§"/>
            </a:pPr>
            <a:r>
              <a:rPr lang="ru-RU" sz="2000" dirty="0" smtClean="0"/>
              <a:t>Фазы: обычная</a:t>
            </a:r>
            <a:r>
              <a:rPr lang="en-US" sz="2000" dirty="0" smtClean="0"/>
              <a:t>/</a:t>
            </a:r>
            <a:r>
              <a:rPr lang="ru-RU" sz="2000" dirty="0" smtClean="0"/>
              <a:t>особая</a:t>
            </a:r>
          </a:p>
          <a:p>
            <a:pPr marL="742950" lvl="1" indent="-28575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Wingdings" pitchFamily="2" charset="2"/>
              <a:buChar char="§"/>
            </a:pPr>
            <a:r>
              <a:rPr lang="ru-RU" sz="2000" dirty="0" smtClean="0"/>
              <a:t>Цель: победить босса и пройти игру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Воздушный поток">
  <a:themeElements>
    <a:clrScheme name="Воздушный пото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Воздушный поток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Воздушный поток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115</TotalTime>
  <Words>118</Words>
  <Application>Microsoft Office PowerPoint</Application>
  <PresentationFormat>Экран (16:9)</PresentationFormat>
  <Paragraphs>27</Paragraphs>
  <Slides>4</Slides>
  <Notes>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Воздушный поток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777</cp:lastModifiedBy>
  <cp:revision>9</cp:revision>
  <dcterms:created xsi:type="dcterms:W3CDTF">2026-01-18T14:44:12Z</dcterms:created>
  <dcterms:modified xsi:type="dcterms:W3CDTF">2026-01-18T19:24:44Z</dcterms:modified>
</cp:coreProperties>
</file>