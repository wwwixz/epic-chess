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1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7" d="100"/>
          <a:sy n="127" d="100"/>
        </p:scale>
        <p:origin x="-101" y="-14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B6B69-4806-4B5F-B4E9-72E76F13A223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B17E16-CAC1-40AD-BF44-3C5AA2ADCD4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719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2900190"/>
            <a:ext cx="9144000" cy="2243310"/>
          </a:xfrm>
          <a:prstGeom prst="rect">
            <a:avLst/>
          </a:prstGeom>
          <a:gradFill>
            <a:gsLst>
              <a:gs pos="0">
                <a:schemeClr val="bg1">
                  <a:alpha val="91000"/>
                </a:schemeClr>
              </a:gs>
              <a:gs pos="37000">
                <a:schemeClr val="bg1">
                  <a:alpha val="76000"/>
                </a:schemeClr>
              </a:gs>
              <a:gs pos="100000">
                <a:schemeClr val="bg2">
                  <a:alpha val="79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00" cy="290019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89000"/>
                </a:schemeClr>
              </a:gs>
              <a:gs pos="48000">
                <a:schemeClr val="bg1">
                  <a:alpha val="62000"/>
                </a:schemeClr>
              </a:gs>
              <a:gs pos="100000">
                <a:schemeClr val="bg2">
                  <a:alpha val="79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0" y="1989233"/>
            <a:ext cx="9144000" cy="17145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29000">
                <a:schemeClr val="bg1">
                  <a:alpha val="30000"/>
                </a:schemeClr>
              </a:gs>
              <a:gs pos="45000">
                <a:schemeClr val="bg2">
                  <a:alpha val="40000"/>
                </a:schemeClr>
              </a:gs>
              <a:gs pos="55000">
                <a:schemeClr val="bg1">
                  <a:alpha val="26000"/>
                </a:schemeClr>
              </a:gs>
              <a:gs pos="65000">
                <a:schemeClr val="bg2">
                  <a:alpha val="6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0" y="1200150"/>
            <a:ext cx="9144000" cy="3829050"/>
          </a:xfrm>
          <a:prstGeom prst="ellipse">
            <a:avLst/>
          </a:prstGeom>
          <a:gradFill flip="none" rotWithShape="1">
            <a:gsLst>
              <a:gs pos="0">
                <a:schemeClr val="bg1"/>
              </a:gs>
              <a:gs pos="54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73795" y="3789409"/>
            <a:ext cx="5637010" cy="661589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7582" y="2349218"/>
            <a:ext cx="7175351" cy="1344875"/>
          </a:xfrm>
          <a:effectLst/>
        </p:spPr>
        <p:txBody>
          <a:bodyPr>
            <a:noAutofit/>
          </a:bodyPr>
          <a:lstStyle>
            <a:lvl1pPr marL="640080" indent="-457200" algn="l"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3"/>
          </p:nvPr>
        </p:nvSpPr>
        <p:spPr>
          <a:xfrm>
            <a:off x="1143000" y="548640"/>
            <a:ext cx="6400800" cy="26060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2900190"/>
            <a:ext cx="9144000" cy="2243310"/>
          </a:xfrm>
          <a:prstGeom prst="rect">
            <a:avLst/>
          </a:prstGeom>
          <a:gradFill>
            <a:gsLst>
              <a:gs pos="0">
                <a:schemeClr val="bg1">
                  <a:alpha val="92000"/>
                </a:schemeClr>
              </a:gs>
              <a:gs pos="37000">
                <a:schemeClr val="bg1">
                  <a:alpha val="77000"/>
                </a:schemeClr>
              </a:gs>
              <a:gs pos="100000">
                <a:schemeClr val="bg2">
                  <a:alpha val="8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290019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90000"/>
                </a:schemeClr>
              </a:gs>
              <a:gs pos="48000">
                <a:schemeClr val="bg1">
                  <a:alpha val="63000"/>
                </a:schemeClr>
              </a:gs>
              <a:gs pos="100000">
                <a:schemeClr val="bg2">
                  <a:alpha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0" y="1989233"/>
            <a:ext cx="9144000" cy="17145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29000">
                <a:schemeClr val="bg1">
                  <a:alpha val="30000"/>
                </a:schemeClr>
              </a:gs>
              <a:gs pos="45000">
                <a:schemeClr val="bg2">
                  <a:alpha val="40000"/>
                </a:schemeClr>
              </a:gs>
              <a:gs pos="55000">
                <a:schemeClr val="bg1">
                  <a:alpha val="26000"/>
                </a:schemeClr>
              </a:gs>
              <a:gs pos="65000">
                <a:schemeClr val="bg2">
                  <a:alpha val="6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0" y="1200150"/>
            <a:ext cx="9144000" cy="3829050"/>
          </a:xfrm>
          <a:prstGeom prst="ellipse">
            <a:avLst/>
          </a:prstGeom>
          <a:gradFill flip="none" rotWithShape="1">
            <a:gsLst>
              <a:gs pos="0">
                <a:schemeClr val="bg1"/>
              </a:gs>
              <a:gs pos="54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3195" y="1629486"/>
            <a:ext cx="5966666" cy="1817510"/>
          </a:xfrm>
          <a:effectLst/>
        </p:spPr>
        <p:txBody>
          <a:bodyPr anchor="b"/>
          <a:lstStyle>
            <a:lvl1pPr algn="r">
              <a:defRPr sz="4600" b="1" cap="none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2438" y="3455633"/>
            <a:ext cx="5970494" cy="626595"/>
          </a:xfrm>
        </p:spPr>
        <p:txBody>
          <a:bodyPr anchor="t"/>
          <a:lstStyle>
            <a:lvl1pPr marL="0" indent="0" algn="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1142999" y="548639"/>
            <a:ext cx="3346704" cy="26060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548640"/>
            <a:ext cx="3346704" cy="26060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548640"/>
            <a:ext cx="3346704" cy="479822"/>
          </a:xfrm>
        </p:spPr>
        <p:txBody>
          <a:bodyPr anchor="b">
            <a:noAutofit/>
          </a:bodyPr>
          <a:lstStyle>
            <a:lvl1pPr marL="0" indent="0" algn="ctr">
              <a:buNone/>
              <a:defRPr lang="en-US" sz="2400" b="1" i="0" kern="1200" dirty="0" smtClean="0">
                <a:gradFill>
                  <a:gsLst>
                    <a:gs pos="0">
                      <a:schemeClr val="tx1"/>
                    </a:gs>
                    <a:gs pos="4000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tx2">
                        <a:alpha val="65000"/>
                      </a:schemeClr>
                    </a:gs>
                  </a:gsLst>
                  <a:lin ang="5400000" scaled="0"/>
                </a:gradFill>
                <a:effectLst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6447" y="1050245"/>
            <a:ext cx="3346704" cy="20574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7302" y="548640"/>
            <a:ext cx="3346704" cy="479822"/>
          </a:xfrm>
        </p:spPr>
        <p:txBody>
          <a:bodyPr anchor="b">
            <a:noAutofit/>
          </a:bodyPr>
          <a:lstStyle>
            <a:lvl1pPr marL="0" indent="0" algn="ctr">
              <a:buNone/>
              <a:defRPr lang="en-US" sz="2400" b="1" i="0" kern="1200" dirty="0" smtClean="0">
                <a:gradFill>
                  <a:gsLst>
                    <a:gs pos="0">
                      <a:schemeClr val="tx1"/>
                    </a:gs>
                    <a:gs pos="40000">
                      <a:schemeClr val="tx1">
                        <a:lumMod val="75000"/>
                        <a:lumOff val="25000"/>
                      </a:schemeClr>
                    </a:gs>
                    <a:gs pos="100000">
                      <a:schemeClr val="tx2">
                        <a:alpha val="65000"/>
                      </a:schemeClr>
                    </a:gs>
                  </a:gsLst>
                  <a:lin ang="5400000" scaled="0"/>
                </a:gradFill>
                <a:effectLst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ctr" defTabSz="914400" rtl="0" eaLnBrk="1" latinLnBrk="0" hangingPunct="1">
              <a:spcBef>
                <a:spcPct val="20000"/>
              </a:spcBef>
              <a:spcAft>
                <a:spcPts val="300"/>
              </a:spcAft>
              <a:buClr>
                <a:schemeClr val="accent6">
                  <a:lumMod val="75000"/>
                </a:schemeClr>
              </a:buClr>
              <a:buSzPct val="130000"/>
              <a:buFont typeface="Georgia" pitchFamily="18" charset="0"/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049274"/>
            <a:ext cx="3346704" cy="20574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096" y="1657350"/>
            <a:ext cx="3636085" cy="943870"/>
          </a:xfrm>
          <a:effectLst/>
        </p:spPr>
        <p:txBody>
          <a:bodyPr anchor="b">
            <a:noAutofit/>
          </a:bodyPr>
          <a:lstStyle>
            <a:lvl1pPr marL="228600" indent="-228600" algn="l">
              <a:defRPr sz="2800" b="1">
                <a:effectLst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3516" y="548640"/>
            <a:ext cx="4017085" cy="3671048"/>
          </a:xfrm>
        </p:spPr>
        <p:txBody>
          <a:bodyPr anchor="ctr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5765" y="2623351"/>
            <a:ext cx="3388660" cy="160463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900190"/>
            <a:ext cx="9144000" cy="2243310"/>
          </a:xfrm>
          <a:prstGeom prst="rect">
            <a:avLst/>
          </a:prstGeom>
          <a:gradFill>
            <a:gsLst>
              <a:gs pos="0">
                <a:schemeClr val="bg1">
                  <a:alpha val="92000"/>
                </a:schemeClr>
              </a:gs>
              <a:gs pos="37000">
                <a:schemeClr val="bg1">
                  <a:alpha val="77000"/>
                </a:schemeClr>
              </a:gs>
              <a:gs pos="100000">
                <a:schemeClr val="bg2">
                  <a:alpha val="80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00" cy="290019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90000"/>
                </a:schemeClr>
              </a:gs>
              <a:gs pos="48000">
                <a:schemeClr val="bg1">
                  <a:alpha val="63000"/>
                </a:schemeClr>
              </a:gs>
              <a:gs pos="100000">
                <a:schemeClr val="bg2">
                  <a:alpha val="8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0" y="1989233"/>
            <a:ext cx="9144000" cy="17145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29000">
                <a:schemeClr val="bg1">
                  <a:alpha val="30000"/>
                </a:schemeClr>
              </a:gs>
              <a:gs pos="45000">
                <a:schemeClr val="bg2">
                  <a:alpha val="40000"/>
                </a:schemeClr>
              </a:gs>
              <a:gs pos="55000">
                <a:schemeClr val="bg1">
                  <a:alpha val="26000"/>
                </a:schemeClr>
              </a:gs>
              <a:gs pos="65000">
                <a:schemeClr val="bg2">
                  <a:alpha val="6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0" y="1200150"/>
            <a:ext cx="9144000" cy="3829050"/>
          </a:xfrm>
          <a:prstGeom prst="ellipse">
            <a:avLst/>
          </a:prstGeom>
          <a:gradFill flip="none" rotWithShape="1">
            <a:gsLst>
              <a:gs pos="0">
                <a:schemeClr val="bg1"/>
              </a:gs>
              <a:gs pos="54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475175" y="857250"/>
            <a:ext cx="4114800" cy="2345855"/>
          </a:xfrm>
          <a:prstGeom prst="roundRect">
            <a:avLst>
              <a:gd name="adj" fmla="val 4230"/>
            </a:avLst>
          </a:prstGeom>
          <a:solidFill>
            <a:schemeClr val="bg2">
              <a:lumMod val="90000"/>
            </a:schemeClr>
          </a:solidFill>
          <a:effectLst>
            <a:reflection blurRad="4350" stA="23000" endA="300" endPos="28000" dir="5400000" sy="-100000" algn="bl" rotWithShape="0"/>
          </a:effectLst>
          <a:scene3d>
            <a:camera prst="perspectiveContrastingLeftFacing" fov="1800000">
              <a:rot lat="300000" lon="2100000" rev="0"/>
            </a:camera>
            <a:lightRig rig="balanced" dir="t"/>
          </a:scene3d>
          <a:sp3d>
            <a:bevelT w="50800" h="50800"/>
          </a:sp3d>
        </p:spPr>
        <p:txBody>
          <a:bodyPr>
            <a:normAutofit/>
            <a:flatTx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77887" y="757865"/>
            <a:ext cx="3694114" cy="1622265"/>
          </a:xfrm>
        </p:spPr>
        <p:txBody>
          <a:bodyPr anchor="b"/>
          <a:lstStyle>
            <a:lvl1pPr marL="182880" indent="-182880">
              <a:buFont typeface="Georgia" pitchFamily="18" charset="0"/>
              <a:buChar char="*"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7268" y="3348316"/>
            <a:ext cx="6383538" cy="857250"/>
          </a:xfrm>
        </p:spPr>
        <p:txBody>
          <a:bodyPr anchor="b">
            <a:noAutofit/>
          </a:bodyPr>
          <a:lstStyle>
            <a:lvl1pPr algn="l">
              <a:defRPr sz="4600" b="1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05000" y="548639"/>
            <a:ext cx="6400800" cy="260604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53758" y="282388"/>
            <a:ext cx="2057400" cy="3928754"/>
          </a:xfrm>
          <a:effectLst/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324114" y="548640"/>
            <a:ext cx="4829287" cy="367104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3829050"/>
            <a:ext cx="9144000" cy="1314450"/>
          </a:xfrm>
          <a:prstGeom prst="rect">
            <a:avLst/>
          </a:prstGeom>
          <a:gradFill>
            <a:gsLst>
              <a:gs pos="0">
                <a:schemeClr val="bg1">
                  <a:alpha val="91000"/>
                </a:schemeClr>
              </a:gs>
              <a:gs pos="37000">
                <a:schemeClr val="bg1">
                  <a:alpha val="76000"/>
                </a:schemeClr>
              </a:gs>
              <a:gs pos="100000">
                <a:schemeClr val="bg2">
                  <a:alpha val="79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9144000" cy="382905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89000"/>
                </a:schemeClr>
              </a:gs>
              <a:gs pos="48000">
                <a:schemeClr val="bg1">
                  <a:alpha val="62000"/>
                </a:schemeClr>
              </a:gs>
              <a:gs pos="100000">
                <a:schemeClr val="bg2">
                  <a:alpha val="79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0" y="2826228"/>
            <a:ext cx="9144000" cy="17145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0"/>
                </a:schemeClr>
              </a:gs>
              <a:gs pos="29000">
                <a:schemeClr val="bg1">
                  <a:alpha val="30000"/>
                </a:schemeClr>
              </a:gs>
              <a:gs pos="45000">
                <a:schemeClr val="bg2">
                  <a:alpha val="40000"/>
                </a:schemeClr>
              </a:gs>
              <a:gs pos="55000">
                <a:schemeClr val="bg1">
                  <a:alpha val="26000"/>
                </a:schemeClr>
              </a:gs>
              <a:gs pos="65000">
                <a:schemeClr val="bg2">
                  <a:alpha val="6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0" y="1200150"/>
            <a:ext cx="9144000" cy="3829050"/>
          </a:xfrm>
          <a:prstGeom prst="ellipse">
            <a:avLst/>
          </a:prstGeom>
          <a:gradFill flip="none" rotWithShape="1">
            <a:gsLst>
              <a:gs pos="0">
                <a:schemeClr val="bg1"/>
              </a:gs>
              <a:gs pos="56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93290" y="3279126"/>
            <a:ext cx="6512511" cy="857250"/>
          </a:xfrm>
          <a:prstGeom prst="rect">
            <a:avLst/>
          </a:prstGeom>
          <a:effectLst/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549195"/>
            <a:ext cx="6400800" cy="2606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72200" y="4629150"/>
            <a:ext cx="2514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34B6F3D8-453E-4515-9CDC-92649CBF81FD}" type="datetimeFigureOut">
              <a:rPr lang="ru-RU" smtClean="0"/>
              <a:t>22.01.2026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" y="4629150"/>
            <a:ext cx="335280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10000" y="4629150"/>
            <a:ext cx="18288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7991E3A-E773-4B9E-909B-C9EA1DD3BF8D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2" r:id="rId1"/>
    <p:sldLayoutId id="2147483873" r:id="rId2"/>
    <p:sldLayoutId id="2147483874" r:id="rId3"/>
    <p:sldLayoutId id="2147483875" r:id="rId4"/>
    <p:sldLayoutId id="2147483876" r:id="rId5"/>
    <p:sldLayoutId id="2147483877" r:id="rId6"/>
    <p:sldLayoutId id="2147483878" r:id="rId7"/>
    <p:sldLayoutId id="2147483879" r:id="rId8"/>
    <p:sldLayoutId id="2147483880" r:id="rId9"/>
    <p:sldLayoutId id="2147483881" r:id="rId10"/>
    <p:sldLayoutId id="2147483882" r:id="rId11"/>
    <p:sldLayoutId id="2147483883" r:id="rId12"/>
  </p:sldLayoutIdLst>
  <p:hf sldNum="0" hdr="0" ftr="0" dt="0"/>
  <p:txStyles>
    <p:titleStyle>
      <a:lvl1pPr marL="320040" indent="-320040" algn="r" defTabSz="914400" rtl="0" eaLnBrk="1" latinLnBrk="0" hangingPunct="1">
        <a:spcBef>
          <a:spcPct val="0"/>
        </a:spcBef>
        <a:buClr>
          <a:schemeClr val="accent6">
            <a:lumMod val="75000"/>
          </a:schemeClr>
        </a:buClr>
        <a:buSzPct val="128000"/>
        <a:buFont typeface="Georgia" pitchFamily="18" charset="0"/>
        <a:buChar char="*"/>
        <a:defRPr sz="4600" b="1" i="0" kern="1200">
          <a:gradFill>
            <a:gsLst>
              <a:gs pos="0">
                <a:schemeClr val="tx1"/>
              </a:gs>
              <a:gs pos="40000">
                <a:schemeClr val="tx1">
                  <a:lumMod val="75000"/>
                  <a:lumOff val="25000"/>
                </a:schemeClr>
              </a:gs>
              <a:gs pos="100000">
                <a:schemeClr val="tx2">
                  <a:alpha val="65000"/>
                </a:schemeClr>
              </a:gs>
            </a:gsLst>
            <a:lin ang="5400000" scaled="0"/>
          </a:gradFill>
          <a:effectLst>
            <a:reflection blurRad="6350" stA="55000" endA="300" endPos="45500" dir="5400000" sy="-100000" algn="bl" rotWithShape="0"/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600" indent="-182880" algn="l" defTabSz="914400" rtl="0" eaLnBrk="1" latinLnBrk="0" hangingPunct="1">
        <a:spcBef>
          <a:spcPct val="20000"/>
        </a:spcBef>
        <a:spcAft>
          <a:spcPts val="300"/>
        </a:spcAft>
        <a:buClr>
          <a:schemeClr val="accent6">
            <a:lumMod val="75000"/>
          </a:schemeClr>
        </a:buClr>
        <a:buSzPct val="130000"/>
        <a:buFont typeface="Georgia" pitchFamily="18" charset="0"/>
        <a:buChar char="*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48640" indent="-182880" algn="l" defTabSz="914400" rtl="0" eaLnBrk="1" latinLnBrk="0" hangingPunct="1">
        <a:spcBef>
          <a:spcPct val="20000"/>
        </a:spcBef>
        <a:spcAft>
          <a:spcPts val="300"/>
        </a:spcAft>
        <a:buClr>
          <a:schemeClr val="accent6">
            <a:lumMod val="75000"/>
          </a:schemeClr>
        </a:buClr>
        <a:buSzPct val="130000"/>
        <a:buFont typeface="Georgia" pitchFamily="18" charset="0"/>
        <a:buChar char="*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22960" indent="-182880" algn="l" defTabSz="914400" rtl="0" eaLnBrk="1" latinLnBrk="0" hangingPunct="1">
        <a:spcBef>
          <a:spcPct val="20000"/>
        </a:spcBef>
        <a:spcAft>
          <a:spcPts val="300"/>
        </a:spcAft>
        <a:buClr>
          <a:schemeClr val="accent6">
            <a:lumMod val="75000"/>
          </a:schemeClr>
        </a:buClr>
        <a:buSzPct val="130000"/>
        <a:buFont typeface="Georgia" pitchFamily="18" charset="0"/>
        <a:buChar char="*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97280" indent="-182880" algn="l" defTabSz="914400" rtl="0" eaLnBrk="1" latinLnBrk="0" hangingPunct="1">
        <a:spcBef>
          <a:spcPct val="20000"/>
        </a:spcBef>
        <a:spcAft>
          <a:spcPts val="300"/>
        </a:spcAft>
        <a:buClr>
          <a:schemeClr val="accent6">
            <a:lumMod val="75000"/>
          </a:schemeClr>
        </a:buClr>
        <a:buSzPct val="130000"/>
        <a:buFont typeface="Georgia" pitchFamily="18" charset="0"/>
        <a:buChar char="*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389888" indent="-182880" algn="l" defTabSz="914400" rtl="0" eaLnBrk="1" latinLnBrk="0" hangingPunct="1">
        <a:spcBef>
          <a:spcPct val="20000"/>
        </a:spcBef>
        <a:spcAft>
          <a:spcPts val="300"/>
        </a:spcAft>
        <a:buClr>
          <a:schemeClr val="accent6">
            <a:lumMod val="75000"/>
          </a:schemeClr>
        </a:buClr>
        <a:buSzPct val="130000"/>
        <a:buFont typeface="Georgia" pitchFamily="18" charset="0"/>
        <a:buChar char="*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664208" indent="-182880" algn="l" defTabSz="914400" rtl="0" eaLnBrk="1" latinLnBrk="0" hangingPunct="1">
        <a:spcBef>
          <a:spcPct val="20000"/>
        </a:spcBef>
        <a:spcAft>
          <a:spcPts val="300"/>
        </a:spcAft>
        <a:buClr>
          <a:schemeClr val="accent6">
            <a:lumMod val="75000"/>
          </a:schemeClr>
        </a:buClr>
        <a:buSzPct val="130000"/>
        <a:buFont typeface="Georgia" pitchFamily="18" charset="0"/>
        <a:buChar char="*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965960" indent="-182880" algn="l" defTabSz="914400" rtl="0" eaLnBrk="1" latinLnBrk="0" hangingPunct="1">
        <a:spcBef>
          <a:spcPct val="20000"/>
        </a:spcBef>
        <a:spcAft>
          <a:spcPts val="300"/>
        </a:spcAft>
        <a:buClr>
          <a:schemeClr val="accent6">
            <a:lumMod val="75000"/>
          </a:schemeClr>
        </a:buClr>
        <a:buSzPct val="130000"/>
        <a:buFont typeface="Georgia" pitchFamily="18" charset="0"/>
        <a:buChar char="*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2286000" indent="-182880" algn="l" defTabSz="914400" rtl="0" eaLnBrk="1" latinLnBrk="0" hangingPunct="1">
        <a:spcBef>
          <a:spcPct val="20000"/>
        </a:spcBef>
        <a:spcAft>
          <a:spcPts val="300"/>
        </a:spcAft>
        <a:buClr>
          <a:schemeClr val="accent6">
            <a:lumMod val="75000"/>
          </a:schemeClr>
        </a:buClr>
        <a:buSzPct val="130000"/>
        <a:buFont typeface="Georgia" pitchFamily="18" charset="0"/>
        <a:buChar char="*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2587752" indent="-182880" algn="l" defTabSz="914400" rtl="0" eaLnBrk="1" latinLnBrk="0" hangingPunct="1">
        <a:spcBef>
          <a:spcPct val="20000"/>
        </a:spcBef>
        <a:spcAft>
          <a:spcPts val="300"/>
        </a:spcAft>
        <a:buClr>
          <a:schemeClr val="accent6">
            <a:lumMod val="75000"/>
          </a:schemeClr>
        </a:buClr>
        <a:buSzPct val="130000"/>
        <a:buFont typeface="Georgia" pitchFamily="18" charset="0"/>
        <a:buChar char="*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961803" y="1355834"/>
            <a:ext cx="5220393" cy="19896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3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40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Epic Chess</a:t>
            </a:r>
            <a:r>
              <a:rPr lang="en-US" sz="4000" b="1" dirty="0">
                <a:solidFill>
                  <a:srgbClr val="000000"/>
                </a:solidFill>
              </a:rPr>
              <a:t>: Игра на </a:t>
            </a:r>
            <a:r>
              <a:rPr lang="en-US" sz="4000" b="1" i="1" dirty="0">
                <a:solidFill>
                  <a:schemeClr val="accent5">
                    <a:lumMod val="75000"/>
                  </a:schemeClr>
                </a:solidFill>
              </a:rPr>
              <a:t>Python </a:t>
            </a:r>
            <a:r>
              <a:rPr lang="en-US" sz="4000" b="1" dirty="0">
                <a:solidFill>
                  <a:srgbClr val="000000"/>
                </a:solidFill>
              </a:rPr>
              <a:t>с использованием библиотеки </a:t>
            </a:r>
            <a:r>
              <a:rPr lang="en-US" sz="4000" b="1" dirty="0">
                <a:solidFill>
                  <a:schemeClr val="accent5">
                    <a:lumMod val="75000"/>
                  </a:schemeClr>
                </a:solidFill>
              </a:rPr>
              <a:t>A</a:t>
            </a:r>
            <a:r>
              <a:rPr lang="en-US" sz="4000" b="1" dirty="0">
                <a:solidFill>
                  <a:srgbClr val="000000"/>
                </a:solidFill>
              </a:rPr>
              <a:t>rcade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1002687" y="3562810"/>
            <a:ext cx="393192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4047726" y="2916479"/>
            <a:ext cx="30424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Самусенков </a:t>
            </a:r>
            <a:r>
              <a:rPr lang="ru-RU" dirty="0">
                <a:solidFill>
                  <a:schemeClr val="accent5">
                    <a:lumMod val="75000"/>
                  </a:schemeClr>
                </a:solidFill>
              </a:rPr>
              <a:t>Владислав</a:t>
            </a:r>
          </a:p>
          <a:p>
            <a:r>
              <a:rPr lang="ru-RU" dirty="0"/>
              <a:t>Егоров </a:t>
            </a:r>
            <a:r>
              <a:rPr lang="ru-RU" dirty="0">
                <a:solidFill>
                  <a:schemeClr val="accent5">
                    <a:lumMod val="75000"/>
                  </a:schemeClr>
                </a:solidFill>
              </a:rPr>
              <a:t>Владислав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16132" y="339745"/>
            <a:ext cx="4437849" cy="9278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22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3600" dirty="0">
                <a:latin typeface="Arial Black" panose="020B0A04020102020204" pitchFamily="34" charset="0"/>
              </a:rPr>
              <a:t>Введение в </a:t>
            </a:r>
            <a:r>
              <a:rPr lang="en-US" sz="3600" dirty="0" err="1">
                <a:latin typeface="Arial Black" panose="020B0A04020102020204" pitchFamily="34" charset="0"/>
              </a:rPr>
              <a:t>игру</a:t>
            </a:r>
            <a:r>
              <a:rPr lang="en-US" sz="3600" dirty="0">
                <a:latin typeface="Arial Black" panose="020B0A04020102020204" pitchFamily="34" charset="0"/>
              </a:rPr>
              <a:t> </a:t>
            </a:r>
          </a:p>
          <a:p>
            <a:pPr marL="0" indent="0" algn="ctr">
              <a:lnSpc>
                <a:spcPts val="22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36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Epic Chess</a:t>
            </a:r>
          </a:p>
        </p:txBody>
      </p:sp>
      <p:sp>
        <p:nvSpPr>
          <p:cNvPr id="4" name="Text 1"/>
          <p:cNvSpPr/>
          <p:nvPr/>
        </p:nvSpPr>
        <p:spPr>
          <a:xfrm>
            <a:off x="365760" y="1440698"/>
            <a:ext cx="5278581" cy="39293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000"/>
              </a:lnSpc>
              <a:spcBef>
                <a:spcPts val="100"/>
              </a:spcBef>
              <a:spcAft>
                <a:spcPts val="100"/>
              </a:spcAft>
              <a:buNone/>
            </a:pPr>
            <a:r>
              <a:rPr lang="en-US" sz="2400" dirty="0"/>
              <a:t>Игра </a:t>
            </a:r>
            <a:r>
              <a:rPr lang="en-US" sz="2400" i="1" dirty="0">
                <a:solidFill>
                  <a:schemeClr val="accent5">
                    <a:lumMod val="75000"/>
                  </a:schemeClr>
                </a:solidFill>
                <a:latin typeface="Bahnschrift SemiBold" panose="020B0502040204020203" pitchFamily="34" charset="0"/>
              </a:rPr>
              <a:t>Epic Chess </a:t>
            </a:r>
            <a:r>
              <a:rPr lang="en-US" sz="2400" dirty="0"/>
              <a:t>разработана на Python с использованием библиотеки </a:t>
            </a:r>
            <a:r>
              <a:rPr lang="en-US" sz="2400" i="1" dirty="0">
                <a:solidFill>
                  <a:schemeClr val="accent5">
                    <a:lumMod val="75000"/>
                  </a:schemeClr>
                </a:solidFill>
                <a:latin typeface="Bahnschrift SemiBold" panose="020B0502040204020203" pitchFamily="34" charset="0"/>
              </a:rPr>
              <a:t>Arcade</a:t>
            </a:r>
            <a:r>
              <a:rPr lang="en-US" sz="2400" dirty="0"/>
              <a:t>. Главный герой — белая пешка, цель которой — победа над черными шахматными фигурами. Игра сочетает элементы стратегии и тактики, предлагая увлекательный игровой процесс.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6647" y="149629"/>
            <a:ext cx="3541221" cy="49263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0" y="761080"/>
            <a:ext cx="3241387" cy="4659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2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3800" b="1" dirty="0"/>
              <a:t>Библиотеки:</a:t>
            </a:r>
            <a:endParaRPr lang="en-US" sz="3800" b="1" dirty="0"/>
          </a:p>
        </p:txBody>
      </p:sp>
      <p:sp>
        <p:nvSpPr>
          <p:cNvPr id="4" name="Text 1"/>
          <p:cNvSpPr/>
          <p:nvPr/>
        </p:nvSpPr>
        <p:spPr>
          <a:xfrm>
            <a:off x="4937760" y="771525"/>
            <a:ext cx="3931920" cy="1543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Char char="•"/>
            </a:pPr>
            <a:endParaRPr lang="en-US" sz="1500" dirty="0"/>
          </a:p>
        </p:txBody>
      </p:sp>
      <p:sp>
        <p:nvSpPr>
          <p:cNvPr id="5" name="TextBox 4"/>
          <p:cNvSpPr txBox="1"/>
          <p:nvPr/>
        </p:nvSpPr>
        <p:spPr>
          <a:xfrm>
            <a:off x="0" y="1310036"/>
            <a:ext cx="804598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sz="2400" b="1" dirty="0"/>
              <a:t>a</a:t>
            </a:r>
            <a:r>
              <a:rPr lang="en-US" sz="2400" b="1" dirty="0">
                <a:solidFill>
                  <a:schemeClr val="accent5">
                    <a:lumMod val="75000"/>
                  </a:schemeClr>
                </a:solidFill>
              </a:rPr>
              <a:t>rcade</a:t>
            </a: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ru-RU" sz="2400" b="1" dirty="0"/>
              <a:t>-</a:t>
            </a:r>
            <a:r>
              <a:rPr lang="en-US" sz="2400" dirty="0"/>
              <a:t> </a:t>
            </a:r>
            <a:r>
              <a:rPr lang="ru-RU" sz="2000" dirty="0"/>
              <a:t>отрисовка,</a:t>
            </a:r>
            <a:br>
              <a:rPr lang="ru-RU" sz="2000" dirty="0"/>
            </a:br>
            <a:r>
              <a:rPr lang="ru-RU" sz="2000" dirty="0"/>
              <a:t>управление, анимации, </a:t>
            </a:r>
          </a:p>
          <a:p>
            <a:r>
              <a:rPr lang="ru-RU" sz="2000" dirty="0"/>
              <a:t>    пользовательский </a:t>
            </a:r>
          </a:p>
          <a:p>
            <a:r>
              <a:rPr lang="ru-RU" sz="2000" dirty="0"/>
              <a:t>    интерфейс;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b="1" dirty="0"/>
              <a:t>r</a:t>
            </a:r>
            <a:r>
              <a:rPr lang="en-US" sz="2400" b="1" dirty="0">
                <a:solidFill>
                  <a:schemeClr val="accent5">
                    <a:lumMod val="75000"/>
                  </a:schemeClr>
                </a:solidFill>
              </a:rPr>
              <a:t>andom</a:t>
            </a:r>
            <a:r>
              <a:rPr lang="ru-RU" sz="2800" b="1" dirty="0"/>
              <a:t> </a:t>
            </a:r>
            <a:r>
              <a:rPr lang="ru-RU" sz="2400" b="1" dirty="0"/>
              <a:t>-</a:t>
            </a:r>
            <a:r>
              <a:rPr lang="ru-RU" sz="2800" b="1" dirty="0"/>
              <a:t> </a:t>
            </a:r>
            <a:r>
              <a:rPr lang="ru-RU" sz="2000" dirty="0"/>
              <a:t>Случайный выбор позиции телепорта на 1-м и 2-м уровне, определение позиции рук босса на 3-м уровне;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b="1" dirty="0"/>
              <a:t>m</a:t>
            </a:r>
            <a:r>
              <a:rPr lang="en-US" sz="2400" b="1" dirty="0">
                <a:solidFill>
                  <a:schemeClr val="accent5">
                    <a:lumMod val="75000"/>
                  </a:schemeClr>
                </a:solidFill>
              </a:rPr>
              <a:t>ath</a:t>
            </a:r>
            <a:r>
              <a:rPr lang="en-US" sz="2400" b="1" dirty="0"/>
              <a:t> - </a:t>
            </a:r>
            <a:r>
              <a:rPr lang="ru-RU" sz="2000" dirty="0"/>
              <a:t>Математические вычисления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b="1" dirty="0"/>
              <a:t>d</a:t>
            </a:r>
            <a:r>
              <a:rPr lang="en-US" sz="2400" b="1" dirty="0">
                <a:solidFill>
                  <a:schemeClr val="accent5">
                    <a:lumMod val="75000"/>
                  </a:schemeClr>
                </a:solidFill>
              </a:rPr>
              <a:t>atetime</a:t>
            </a:r>
            <a:r>
              <a:rPr lang="en-US" sz="2400" b="1" dirty="0"/>
              <a:t> - </a:t>
            </a:r>
            <a:r>
              <a:rPr lang="ru-RU" sz="2000" dirty="0"/>
              <a:t>Точный отсчёт времени прохождения уровней;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b="1" dirty="0"/>
              <a:t>P</a:t>
            </a:r>
            <a:r>
              <a:rPr lang="en-US" sz="2400" b="1" dirty="0">
                <a:solidFill>
                  <a:schemeClr val="accent5">
                    <a:lumMod val="75000"/>
                  </a:schemeClr>
                </a:solidFill>
              </a:rPr>
              <a:t>IL</a:t>
            </a:r>
            <a:r>
              <a:rPr lang="en-US" sz="2400" b="1" dirty="0"/>
              <a:t> – </a:t>
            </a:r>
            <a:r>
              <a:rPr lang="ru-RU" sz="2000" dirty="0"/>
              <a:t>Обработка изображений</a:t>
            </a:r>
            <a:r>
              <a:rPr lang="ru-RU" sz="2000" dirty="0" smtClean="0"/>
              <a:t>.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000" b="1" dirty="0" smtClean="0"/>
              <a:t>O</a:t>
            </a:r>
            <a:r>
              <a:rPr lang="en-US" sz="2000" b="1" dirty="0" smtClean="0">
                <a:solidFill>
                  <a:schemeClr val="accent5"/>
                </a:solidFill>
              </a:rPr>
              <a:t>S</a:t>
            </a:r>
            <a:r>
              <a:rPr lang="en-US" sz="2000" b="1" dirty="0" smtClean="0"/>
              <a:t> - </a:t>
            </a:r>
            <a:r>
              <a:rPr lang="ru-RU" sz="2000" dirty="0" smtClean="0"/>
              <a:t>Музыка</a:t>
            </a:r>
            <a:endParaRPr lang="ru-RU" sz="2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8144" y="334219"/>
            <a:ext cx="5640902" cy="21543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342756" y="1342039"/>
            <a:ext cx="4458487" cy="30861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ts val="22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72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У</a:t>
            </a:r>
            <a:r>
              <a:rPr lang="ru-RU" sz="7200" b="1" dirty="0">
                <a:solidFill>
                  <a:srgbClr val="000000"/>
                </a:solidFill>
                <a:latin typeface="Arial Black" panose="020B0A04020102020204" pitchFamily="34" charset="0"/>
              </a:rPr>
              <a:t>ровни</a:t>
            </a:r>
            <a:r>
              <a:rPr lang="en-US" sz="7200" b="1" dirty="0">
                <a:solidFill>
                  <a:srgbClr val="000000"/>
                </a:solidFill>
                <a:latin typeface="Arial Black" panose="020B0A04020102020204" pitchFamily="34" charset="0"/>
              </a:rPr>
              <a:t>:</a:t>
            </a:r>
            <a:endParaRPr lang="en-US" sz="72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24179288-7EBF-4785-80BC-7357E9D0B6B8}"/>
              </a:ext>
            </a:extLst>
          </p:cNvPr>
          <p:cNvSpPr txBox="1"/>
          <p:nvPr/>
        </p:nvSpPr>
        <p:spPr>
          <a:xfrm>
            <a:off x="0" y="76164"/>
            <a:ext cx="4572000" cy="1555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q"/>
            </a:pPr>
            <a:r>
              <a:rPr lang="ru-RU" sz="2400" b="1" dirty="0">
                <a:latin typeface="Arial Black" panose="020B0A04020102020204" pitchFamily="34" charset="0"/>
              </a:rPr>
              <a:t>У</a:t>
            </a: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ровень 1</a:t>
            </a: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ru-RU" sz="2400" b="1" dirty="0"/>
              <a:t>Обучение</a:t>
            </a: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</a:rPr>
              <a:t>):</a:t>
            </a:r>
          </a:p>
          <a:p>
            <a:pPr marL="742950" lvl="1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§"/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4</a:t>
            </a:r>
            <a:r>
              <a:rPr lang="ru-RU" sz="2000" dirty="0"/>
              <a:t> врага</a:t>
            </a:r>
          </a:p>
          <a:p>
            <a:pPr marL="742950" lvl="1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§"/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Механика</a:t>
            </a:r>
            <a:r>
              <a:rPr lang="ru-RU" sz="2000" dirty="0"/>
              <a:t>: движение, атака, телепорт</a:t>
            </a:r>
          </a:p>
          <a:p>
            <a:pPr marL="742950" lvl="1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§"/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Цель</a:t>
            </a:r>
            <a:r>
              <a:rPr lang="ru-RU" sz="2000" dirty="0"/>
              <a:t>: освоить управление и механику игры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8663" y="1443789"/>
            <a:ext cx="5580327" cy="3416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420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EABA4513-000C-498D-89BB-A41367590E5A}"/>
              </a:ext>
            </a:extLst>
          </p:cNvPr>
          <p:cNvSpPr txBox="1"/>
          <p:nvPr/>
        </p:nvSpPr>
        <p:spPr>
          <a:xfrm>
            <a:off x="4308966" y="275542"/>
            <a:ext cx="4657134" cy="1324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q"/>
            </a:pPr>
            <a:r>
              <a:rPr lang="ru-RU" sz="2400" b="1" dirty="0">
                <a:latin typeface="Arial Black" panose="020B0A04020102020204" pitchFamily="34" charset="0"/>
              </a:rPr>
              <a:t>У</a:t>
            </a: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ровень 2</a:t>
            </a: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ru-RU" sz="2400" b="1" dirty="0"/>
              <a:t>Усложнённый</a:t>
            </a: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</a:rPr>
              <a:t>):</a:t>
            </a:r>
          </a:p>
          <a:p>
            <a:pPr marL="742950" lvl="1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§"/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4</a:t>
            </a:r>
            <a:r>
              <a:rPr lang="ru-RU" sz="2000" dirty="0"/>
              <a:t> врага </a:t>
            </a: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+</a:t>
            </a:r>
            <a:r>
              <a:rPr lang="ru-RU" sz="2000" dirty="0"/>
              <a:t> мини-босс </a:t>
            </a:r>
          </a:p>
          <a:p>
            <a:pPr marL="742950" lvl="1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§"/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Б</a:t>
            </a:r>
            <a:r>
              <a:rPr lang="ru-RU" sz="2000" dirty="0"/>
              <a:t>ольше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HP</a:t>
            </a:r>
            <a:r>
              <a:rPr lang="ru-RU" sz="2000" dirty="0"/>
              <a:t> у врагов</a:t>
            </a:r>
          </a:p>
          <a:p>
            <a:pPr marL="742950" lvl="1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§"/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Цель</a:t>
            </a:r>
            <a:r>
              <a:rPr lang="ru-RU" sz="2000" dirty="0"/>
              <a:t>: подготовиться к финальному уровню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522" y="1600200"/>
            <a:ext cx="5197641" cy="3422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45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87787800-ECD5-4C10-827E-FEAEBA51B25E}"/>
              </a:ext>
            </a:extLst>
          </p:cNvPr>
          <p:cNvSpPr txBox="1"/>
          <p:nvPr/>
        </p:nvSpPr>
        <p:spPr>
          <a:xfrm>
            <a:off x="57916" y="149143"/>
            <a:ext cx="4572000" cy="2042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q"/>
            </a:pPr>
            <a:r>
              <a:rPr lang="ru-RU" sz="2400" b="1" dirty="0">
                <a:latin typeface="Arial Black" panose="020B0A04020102020204" pitchFamily="34" charset="0"/>
              </a:rPr>
              <a:t>У</a:t>
            </a: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ровень</a:t>
            </a:r>
            <a:r>
              <a:rPr lang="ru-RU" sz="2400" b="1" dirty="0">
                <a:latin typeface="Arial Black" panose="020B0A04020102020204" pitchFamily="34" charset="0"/>
              </a:rPr>
              <a:t> </a:t>
            </a: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3</a:t>
            </a: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</a:rPr>
              <a:t>(</a:t>
            </a:r>
            <a:r>
              <a:rPr lang="ru-RU" sz="2400" b="1" dirty="0"/>
              <a:t>Бой с боссом</a:t>
            </a:r>
            <a:r>
              <a:rPr lang="ru-RU" sz="2400" b="1" dirty="0">
                <a:solidFill>
                  <a:schemeClr val="accent5">
                    <a:lumMod val="75000"/>
                  </a:schemeClr>
                </a:solidFill>
              </a:rPr>
              <a:t>):</a:t>
            </a:r>
          </a:p>
          <a:p>
            <a:pPr marL="742950" lvl="1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§"/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У</a:t>
            </a:r>
            <a:r>
              <a:rPr lang="ru-RU" sz="2000" dirty="0"/>
              <a:t> босса </a:t>
            </a: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500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 HP</a:t>
            </a:r>
            <a:r>
              <a:rPr lang="en-US" sz="2000" dirty="0"/>
              <a:t>, 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6</a:t>
            </a:r>
            <a:r>
              <a:rPr lang="en-US" sz="2000" dirty="0"/>
              <a:t> </a:t>
            </a:r>
            <a:r>
              <a:rPr lang="ru-RU" sz="2000" dirty="0"/>
              <a:t>атакующих рук</a:t>
            </a:r>
          </a:p>
          <a:p>
            <a:pPr marL="742950" lvl="1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§"/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Фазы</a:t>
            </a:r>
            <a:r>
              <a:rPr lang="ru-RU" sz="2000" dirty="0"/>
              <a:t>: обычная</a:t>
            </a:r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/</a:t>
            </a:r>
            <a:r>
              <a:rPr lang="ru-RU" sz="2000" dirty="0"/>
              <a:t>особая</a:t>
            </a:r>
          </a:p>
          <a:p>
            <a:pPr marL="742950" lvl="1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§"/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Цель</a:t>
            </a:r>
            <a:r>
              <a:rPr lang="ru-RU" sz="2000" dirty="0"/>
              <a:t>: победить босса и пройти игру</a:t>
            </a:r>
          </a:p>
          <a:p>
            <a:pPr marL="742950" lvl="1" indent="-285750">
              <a:lnSpc>
                <a:spcPts val="1770"/>
              </a:lnSpc>
              <a:spcBef>
                <a:spcPts val="100"/>
              </a:spcBef>
              <a:spcAft>
                <a:spcPts val="100"/>
              </a:spcAft>
              <a:buSzPct val="100000"/>
              <a:buFont typeface="Wingdings" pitchFamily="2" charset="2"/>
              <a:buChar char="§"/>
            </a:pPr>
            <a:r>
              <a:rPr lang="ru-RU" sz="2000" dirty="0">
                <a:solidFill>
                  <a:schemeClr val="accent5">
                    <a:lumMod val="75000"/>
                  </a:schemeClr>
                </a:solidFill>
              </a:rPr>
              <a:t>Т</a:t>
            </a:r>
            <a:r>
              <a:rPr lang="ru-RU" sz="2000" dirty="0"/>
              <a:t>акже </a:t>
            </a:r>
            <a:r>
              <a:rPr lang="ru-RU" sz="2000" i="1" dirty="0">
                <a:solidFill>
                  <a:schemeClr val="accent5">
                    <a:lumMod val="75000"/>
                  </a:schemeClr>
                </a:solidFill>
              </a:rPr>
              <a:t>особая</a:t>
            </a:r>
            <a:r>
              <a:rPr lang="ru-RU" sz="2000" dirty="0"/>
              <a:t> предсмертная атака</a:t>
            </a:r>
            <a:endParaRPr lang="en-US" sz="2000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166" y="1876926"/>
            <a:ext cx="4974347" cy="3089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146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5C45A0DF-3ED0-4F5D-9076-4B9FBDC6F0C7}"/>
              </a:ext>
            </a:extLst>
          </p:cNvPr>
          <p:cNvSpPr txBox="1"/>
          <p:nvPr/>
        </p:nvSpPr>
        <p:spPr>
          <a:xfrm>
            <a:off x="1232865" y="729262"/>
            <a:ext cx="705349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С</a:t>
            </a:r>
            <a:r>
              <a:rPr lang="ru-RU" sz="8000" dirty="0">
                <a:latin typeface="Arial Black" panose="020B0A04020102020204" pitchFamily="34" charset="0"/>
              </a:rPr>
              <a:t>пасибо за </a:t>
            </a:r>
            <a:r>
              <a:rPr lang="ru-RU" sz="8000" dirty="0">
                <a:solidFill>
                  <a:schemeClr val="accent5">
                    <a:lumMod val="75000"/>
                  </a:schemeClr>
                </a:solidFill>
                <a:latin typeface="Arial Black" panose="020B0A04020102020204" pitchFamily="34" charset="0"/>
              </a:rPr>
              <a:t>Внимание</a:t>
            </a:r>
            <a:r>
              <a:rPr lang="ru-RU" sz="8000" dirty="0">
                <a:latin typeface="Arial Black" panose="020B0A04020102020204" pitchFamily="34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901011443"/>
      </p:ext>
    </p:extLst>
  </p:cSld>
  <p:clrMapOvr>
    <a:masterClrMapping/>
  </p:clrMapOvr>
</p:sld>
</file>

<file path=ppt/theme/theme1.xml><?xml version="1.0" encoding="utf-8"?>
<a:theme xmlns:a="http://schemas.openxmlformats.org/drawingml/2006/main" name="Воздушный поток">
  <a:themeElements>
    <a:clrScheme name="Воздушный поток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Воздушный поток">
      <a:majorFont>
        <a:latin typeface="Trebuchet MS"/>
        <a:ea typeface=""/>
        <a:cs typeface=""/>
        <a:font script="Jpan" typeface="HGｺﾞｼｯｸM"/>
        <a:font script="Hang" typeface="HY그래픽B"/>
        <a:font script="Hans" typeface="方正姚体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HGｺﾞｼｯｸM"/>
        <a:font script="Hang" typeface="HY그래픽M"/>
        <a:font script="Hans" typeface="方正姚体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Воздушный поток">
      <a:fillStyleLst>
        <a:solidFill>
          <a:schemeClr val="phClr"/>
        </a:solidFill>
        <a:gradFill rotWithShape="1">
          <a:gsLst>
            <a:gs pos="28000">
              <a:schemeClr val="phClr">
                <a:tint val="18000"/>
                <a:satMod val="120000"/>
                <a:lumMod val="88000"/>
              </a:schemeClr>
            </a:gs>
            <a:gs pos="100000">
              <a:schemeClr val="phClr">
                <a:tint val="40000"/>
                <a:satMod val="100000"/>
                <a:lumMod val="7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95000"/>
              </a:schemeClr>
            </a:gs>
            <a:gs pos="100000">
              <a:schemeClr val="phClr">
                <a:shade val="82000"/>
                <a:satMod val="125000"/>
                <a:lumMod val="74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satMod val="125000"/>
              <a:lumMod val="7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50800" dir="5400000" sx="98000" sy="98000" rotWithShape="0">
              <a:srgbClr val="000000">
                <a:alpha val="20000"/>
              </a:srgbClr>
            </a:outerShdw>
          </a:effectLst>
        </a:effectStyle>
        <a:effectStyle>
          <a:effectLst>
            <a:outerShdw blurRad="40005" dist="22984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alanced" dir="tr"/>
          </a:scene3d>
          <a:sp3d prstMaterial="matte">
            <a:bevelT w="19050" h="38100"/>
          </a:sp3d>
        </a:effectStyle>
        <a:effectStyle>
          <a:effectLst>
            <a:reflection blurRad="38100" stA="26000" endPos="23000" dist="25400" dir="5400000" sy="-100000" rotWithShape="0"/>
          </a:effectLst>
          <a:scene3d>
            <a:camera prst="orthographicFront">
              <a:rot lat="0" lon="0" rev="0"/>
            </a:camera>
            <a:lightRig rig="balanced" dir="tr"/>
          </a:scene3d>
          <a:sp3d contourW="14605" prstMaterial="plastic">
            <a:bevelT w="50800"/>
            <a:contourClr>
              <a:schemeClr val="phClr">
                <a:shade val="30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shade val="90000"/>
                <a:satMod val="160000"/>
                <a:lumMod val="100000"/>
              </a:schemeClr>
            </a:gs>
            <a:gs pos="60000">
              <a:schemeClr val="phClr">
                <a:tint val="95000"/>
                <a:shade val="100000"/>
                <a:satMod val="130000"/>
                <a:lumMod val="130000"/>
              </a:schemeClr>
            </a:gs>
            <a:gs pos="100000">
              <a:schemeClr val="phClr">
                <a:tint val="97000"/>
                <a:shade val="100000"/>
                <a:hueMod val="100000"/>
                <a:satMod val="140000"/>
                <a:lumMod val="80000"/>
              </a:schemeClr>
            </a:gs>
          </a:gsLst>
          <a:path path="circle">
            <a:fillToRect l="20000" t="10000" r="20000" b="60000"/>
          </a:path>
        </a:gradFill>
        <a:gradFill rotWithShape="1">
          <a:gsLst>
            <a:gs pos="0">
              <a:schemeClr val="phClr">
                <a:tint val="94000"/>
                <a:satMod val="160000"/>
                <a:lumMod val="160000"/>
              </a:schemeClr>
            </a:gs>
            <a:gs pos="42000">
              <a:schemeClr val="phClr">
                <a:tint val="94000"/>
                <a:shade val="94000"/>
                <a:satMod val="160000"/>
                <a:lumMod val="130000"/>
              </a:schemeClr>
            </a:gs>
            <a:gs pos="100000">
              <a:schemeClr val="phClr">
                <a:tint val="97000"/>
                <a:shade val="94000"/>
                <a:satMod val="180000"/>
                <a:lumMod val="84000"/>
              </a:schemeClr>
            </a:gs>
          </a:gsLst>
          <a:path path="circle">
            <a:fillToRect l="24000" t="44000" r="24000" b="12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Slipstream</Template>
  <TotalTime>207</TotalTime>
  <Words>97</Words>
  <Application>Microsoft Office PowerPoint</Application>
  <PresentationFormat>Экран (16:9)</PresentationFormat>
  <Paragraphs>34</Paragraphs>
  <Slides>8</Slides>
  <Notes>4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Воздушный поток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777</cp:lastModifiedBy>
  <cp:revision>32</cp:revision>
  <dcterms:created xsi:type="dcterms:W3CDTF">2026-01-18T14:44:12Z</dcterms:created>
  <dcterms:modified xsi:type="dcterms:W3CDTF">2026-01-22T13:44:59Z</dcterms:modified>
</cp:coreProperties>
</file>